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信用卡客服培训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2026年度新员工入职培训</a:t>
            </a:r>
          </a:p>
          <a:p>
            <a:r>
              <a:t>客服中心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常见问题类型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办卡咨询 — 申请条件、额度审批、卡种选择</a:t>
            </a:r>
          </a:p>
          <a:p>
            <a:pPr/>
            <a:r>
              <a:t>账单查询 — 当期账单、历史账单、消费明细</a:t>
            </a:r>
          </a:p>
          <a:p>
            <a:pPr/>
            <a:r>
              <a:t>还款业务 — 还款方式、最低还款、自动扣款</a:t>
            </a:r>
          </a:p>
          <a:p>
            <a:pPr/>
            <a:r>
              <a:t>积分兑换 — 积分查询、礼品兑换、里程转换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200400"/>
          <a:ext cx="9144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r>
                        <a:t>问题类型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日均咨询量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平均处理时长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转人工率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办卡咨询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3.2min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账单查询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1.8min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还款业务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积分兑换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